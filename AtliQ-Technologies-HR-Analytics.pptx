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555477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AtliQ Technologies HR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659856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Workforce presence, remote work, and sick leave trends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April 1 to June 30, 2022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306887"/>
            <a:ext cx="1768227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6" name="Text 3"/>
          <p:cNvSpPr/>
          <p:nvPr/>
        </p:nvSpPr>
        <p:spPr>
          <a:xfrm>
            <a:off x="4042321" y="3351758"/>
            <a:ext cx="204594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DASHBOARD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9936"/>
            <a:ext cx="3206502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KPI Summary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23577" y="912688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1,525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238673" y="1367805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 Days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23577" y="1566788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logged by workforce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3577" y="1910507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94.0%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238673" y="2365623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23577" y="2564606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 workforce availability baseline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23577" y="2908325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9.1%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238673" y="3363441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WFH 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23577" y="3562424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~1 in 10 days completed remotely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3577" y="3906143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0.4%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2238673" y="4361259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Sick Leave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3577" y="4560243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Controlled unplanned absence baseline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2562" y="449089"/>
            <a:ext cx="3816772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Outlier Employee Tracking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62" y="1016050"/>
            <a:ext cx="3579688" cy="3579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6363" y="2071911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6363" y="2327970"/>
            <a:ext cx="3579688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Atq-485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Only 52.4% attendance across 11 days;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100% WFH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whenever active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Atq-398 &amp; Atq-331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Stable hybrid: 78.6–81.0% attendance, 9.1–11.8% remote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16363" y="3152254"/>
            <a:ext cx="3579688" cy="376610"/>
          </a:xfrm>
          <a:prstGeom prst="roundRect">
            <a:avLst>
              <a:gd name="adj" fmla="val 4562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887" y="3309417"/>
            <a:ext cx="143173" cy="1145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8582" y="3259708"/>
            <a:ext cx="3550146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isolates individual behavioral variations for HR action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411814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Day-of-Week Patterns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Weekly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9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Monday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presence (96.5%), lowest WFH (7.0%)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Thursday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Lowest presence (90.3%), highest SL (1.30%)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Friday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WFH (12.2%), zero sick leave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477105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Sick Leave by Day of Week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Thursday Bottleneck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Thursday holds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1.30% SL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over 3x the overall average of 0.43%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Friday records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0.00%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sick leave — cleanest day of the week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884438"/>
            <a:ext cx="3865959" cy="822722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3102397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3056409"/>
            <a:ext cx="323024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Mid-week burnout or logging anomalies may skew Thursday metrics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40469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Timeline Trends: Apr – Jun 2022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7" y="1644848"/>
            <a:ext cx="4686895" cy="8863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350" y="181347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49350" y="2123182"/>
            <a:ext cx="42734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 92.1–97.4% corridor; sharp dip to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87.2%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pre-mid-month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27" y="2680767"/>
            <a:ext cx="4686895" cy="8863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350" y="284938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Sick Leave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49350" y="3159100"/>
            <a:ext cx="42734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Near-zero baseline (0.00–0.64%); single-day surge to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2.56%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527" y="3716685"/>
            <a:ext cx="4686895" cy="8863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9350" y="388530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WFH Growth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49350" y="4195018"/>
            <a:ext cx="42734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Upward trendline: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3.9%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early month to peak of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16.4%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WFH Adoption Trend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38125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Remote Work is Scaling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WFH rate grew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4x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over the tracked period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3.9% baseline to 16.4% peak — an active, sustained upward trajectory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884438"/>
            <a:ext cx="3865959" cy="822722"/>
          </a:xfrm>
          <a:prstGeom prst="roundRect">
            <a:avLst>
              <a:gd name="adj" fmla="val 2728"/>
            </a:avLst>
          </a:prstGeom>
          <a:solidFill>
            <a:srgbClr val="D4E3C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3102397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3056409"/>
            <a:ext cx="323024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must scale VPN bandwidth and remote security protocols to match demand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98438"/>
            <a:ext cx="506953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Recommendations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262807"/>
            <a:ext cx="2259137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5" name="Shape 2"/>
          <p:cNvSpPr/>
          <p:nvPr/>
        </p:nvSpPr>
        <p:spPr>
          <a:xfrm>
            <a:off x="673150" y="1412379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528" y="1535757"/>
            <a:ext cx="201960" cy="201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3150" y="20107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Reschedule Fridays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3150" y="232045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Move client workshops to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Monday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(96.5% in-office)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932286" y="1262807"/>
            <a:ext cx="2259137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10" name="Shape 6"/>
          <p:cNvSpPr/>
          <p:nvPr/>
        </p:nvSpPr>
        <p:spPr>
          <a:xfrm>
            <a:off x="3081858" y="1412379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5237" y="1535757"/>
            <a:ext cx="201960" cy="201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81858" y="201074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 Thursdays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081858" y="232045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Investigate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90.3% presence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1.30% SL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check for burnout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23577" y="3098378"/>
            <a:ext cx="4667845" cy="1446609"/>
          </a:xfrm>
          <a:prstGeom prst="roundRect">
            <a:avLst>
              <a:gd name="adj" fmla="val 1551"/>
            </a:avLst>
          </a:prstGeom>
          <a:solidFill>
            <a:srgbClr val="F3E7D4"/>
          </a:solidFill>
          <a:ln/>
        </p:spPr>
      </p:sp>
      <p:sp>
        <p:nvSpPr>
          <p:cNvPr id="15" name="Shape 10"/>
          <p:cNvSpPr/>
          <p:nvPr/>
        </p:nvSpPr>
        <p:spPr>
          <a:xfrm>
            <a:off x="673150" y="3247951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528" y="3371329"/>
            <a:ext cx="201960" cy="201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3150" y="384631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Scale Remote Infra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73150" y="4156025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VPN &amp; security for rising hybrid demand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2026-06-14T12:49:02Z</dcterms:created>
  <dcterms:modified xsi:type="dcterms:W3CDTF">2026-06-14T12:49:02Z</dcterms:modified>
</cp:coreProperties>
</file>